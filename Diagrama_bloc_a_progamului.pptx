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10F0241-7744-250C-FBC2-6A8709342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0435508A-0ECF-5A45-538A-AA964897B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A0B448A-7E78-EAA3-591D-035602EC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3EAC-15DC-46AF-98BD-715DE493DBA9}" type="datetimeFigureOut">
              <a:rPr lang="ro-RO" smtClean="0"/>
              <a:t>03.01.2026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ACAFF142-BE12-0648-CD7D-FADB01ABF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00F23C9-3FCD-E3E8-B7D8-D4CBBBEFA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B14D-F777-4E3F-99CB-E2AC68987CA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54354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BF688CB-2638-619C-B54F-98B6E6FC4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2A0E9C9-62E8-BD61-7683-477E02F8A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A8C8DCC-AC9F-ECBD-7265-C2E7B657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3EAC-15DC-46AF-98BD-715DE493DBA9}" type="datetimeFigureOut">
              <a:rPr lang="ro-RO" smtClean="0"/>
              <a:t>03.01.2026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A64F9115-2AFE-B1CD-937C-7405417A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3487666-F751-571F-8BA6-68B36AF2A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B14D-F777-4E3F-99CB-E2AC68987CA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44402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DD2834F-C282-55BD-E5CB-BF3D38BC1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CC31315C-C93D-17A9-4F7B-4311DE992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00A29DA-28D3-C1A7-0D29-ADFA6C929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3EAC-15DC-46AF-98BD-715DE493DBA9}" type="datetimeFigureOut">
              <a:rPr lang="ro-RO" smtClean="0"/>
              <a:t>03.01.2026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209E5AA2-F45C-8F55-0001-9D36FF09C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8DF62285-4D9E-6803-618D-4791DC33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B14D-F777-4E3F-99CB-E2AC68987CA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81759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8D4E315-AE2E-CC78-A20F-329E8055B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58171B-8CEC-8581-FD07-F706B934C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4B8CEDD2-6CD1-5DF0-C758-E8645F6BB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2F3EC3E-BF8D-7CE7-EE00-6169C065D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3EAC-15DC-46AF-98BD-715DE493DBA9}" type="datetimeFigureOut">
              <a:rPr lang="ro-RO" smtClean="0"/>
              <a:t>03.01.2026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844B7773-6DBE-6852-F630-62BB38DAD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2425C042-4BA7-8CC5-EE3C-37FA052D0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B14D-F777-4E3F-99CB-E2AC68987CA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09560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E25481A-716B-C0C0-FE56-0EBA0524F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32220165-4977-DA60-1487-B87603A26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1AD35AB9-EA6B-9580-581A-151A8D405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1980BDE2-43D0-6D9E-FF0E-19A70B056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AAD49D57-78F4-9E07-D5A8-251E26B1D3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6E24816C-2166-2A67-2858-8479898CF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3EAC-15DC-46AF-98BD-715DE493DBA9}" type="datetimeFigureOut">
              <a:rPr lang="ro-RO" smtClean="0"/>
              <a:t>03.01.2026</a:t>
            </a:fld>
            <a:endParaRPr lang="ro-RO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1C13123F-2AE5-9FA5-89C8-66AAE8361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47E39F4F-5228-E39D-168C-BF88A3A0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B14D-F777-4E3F-99CB-E2AC68987CA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0611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F14CC01-6937-3AA4-51C0-BC6140517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A37C3FB2-35DD-AC9D-4502-C08AB9A71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3EAC-15DC-46AF-98BD-715DE493DBA9}" type="datetimeFigureOut">
              <a:rPr lang="ro-RO" smtClean="0"/>
              <a:t>03.01.2026</a:t>
            </a:fld>
            <a:endParaRPr lang="ro-RO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35972925-DC39-AA80-74D9-B430E7338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60436F5-D19A-58D6-A7C5-9031440A6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B14D-F777-4E3F-99CB-E2AC68987CA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57859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64D7BF99-676E-8427-11B7-B0E4A4CF5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3EAC-15DC-46AF-98BD-715DE493DBA9}" type="datetimeFigureOut">
              <a:rPr lang="ro-RO" smtClean="0"/>
              <a:t>03.01.2026</a:t>
            </a:fld>
            <a:endParaRPr lang="ro-RO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F8329102-D3F9-A61C-6E72-7B8184678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158EB495-AECE-5E6E-5871-FED277FC7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B14D-F777-4E3F-99CB-E2AC68987CA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79024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C04A2EC-0E3A-BEF6-C563-41EB10FA8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F729456-1E14-5D2A-F240-FD5C51C45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CD2CB7EF-E69A-7334-9F52-C98B22581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56F16EA-B9E3-488E-5447-8241AA72C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3EAC-15DC-46AF-98BD-715DE493DBA9}" type="datetimeFigureOut">
              <a:rPr lang="ro-RO" smtClean="0"/>
              <a:t>03.01.2026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6E637D55-F2F9-22B3-5D84-C522F670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277D279C-3A3A-5127-A87C-48A879A67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B14D-F777-4E3F-99CB-E2AC68987CA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0374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C47EA1E-0B7F-030D-5D85-9B2D97426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50E1DC76-4970-3C82-BC5F-30C3DD71D6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056DA0A9-0BC2-3A5F-B9B8-D82F5568D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06190195-B734-8003-AB17-B8D39EEF1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3EAC-15DC-46AF-98BD-715DE493DBA9}" type="datetimeFigureOut">
              <a:rPr lang="ro-RO" smtClean="0"/>
              <a:t>03.01.2026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5085A972-A82A-AAE4-0C63-62CE16CE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16872AFE-9F30-F7AD-F366-5A3F228C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B14D-F777-4E3F-99CB-E2AC68987CA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92329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C845BEA-AAB5-B919-BCB8-6E7FC0FAE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88F3E9DD-3306-748E-FFFC-0C8DF8F4F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5E243A87-2876-8740-3433-C8C4541B6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3EAC-15DC-46AF-98BD-715DE493DBA9}" type="datetimeFigureOut">
              <a:rPr lang="ro-RO" smtClean="0"/>
              <a:t>03.01.2026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AB681A47-005E-ECD2-24DF-F6D55D5D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C206A7FD-E9A2-2DB6-82AA-9F2DDACA3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B14D-F777-4E3F-99CB-E2AC68987CA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4184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34A03D4E-FBD5-8324-1B33-506944C42E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98AB664C-7FEC-425D-9DAB-8E63989E7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6F22CEF-3A99-86EE-A719-77825253C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3EAC-15DC-46AF-98BD-715DE493DBA9}" type="datetimeFigureOut">
              <a:rPr lang="ro-RO" smtClean="0"/>
              <a:t>03.01.2026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2B490B8-C7EC-EA84-FF5E-514DDED67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64605EB1-54D1-D909-9C28-9AE26FE9B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8B14D-F777-4E3F-99CB-E2AC68987CA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29977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E53E9F9E-657B-D477-9545-752AF158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8F76D26-432C-1523-4A8F-633148758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AE325CB2-0AB5-1949-6FF9-08951A656F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F3EAC-15DC-46AF-98BD-715DE493DBA9}" type="datetimeFigureOut">
              <a:rPr lang="ro-RO" smtClean="0"/>
              <a:t>03.01.2026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EF866BB-AA0B-CB00-EF1F-318C3A0378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C74A0C11-00F2-54FB-B12B-DC9F710D8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8B14D-F777-4E3F-99CB-E2AC68987CA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1778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7CE1F76-DA2A-E3F2-46DC-C5A98D5E2B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dirty="0"/>
              <a:t>Diagrama bloc a </a:t>
            </a:r>
            <a:r>
              <a:rPr lang="ro-RO" dirty="0" err="1"/>
              <a:t>progamului</a:t>
            </a:r>
            <a:endParaRPr lang="ro-RO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EA696FAC-EB0A-0886-57B2-B6A26FA953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o-RO" dirty="0"/>
              <a:t>De Costin Paula-Denisa, </a:t>
            </a:r>
            <a:r>
              <a:rPr lang="ro-RO" dirty="0" err="1"/>
              <a:t>Dulgheriu</a:t>
            </a:r>
            <a:r>
              <a:rPr lang="ro-RO" dirty="0"/>
              <a:t> Sandra, </a:t>
            </a:r>
          </a:p>
          <a:p>
            <a:pPr algn="r"/>
            <a:r>
              <a:rPr lang="ro-RO" dirty="0"/>
              <a:t>Dunca Luis, </a:t>
            </a:r>
            <a:r>
              <a:rPr lang="ro-RO" dirty="0" err="1"/>
              <a:t>Gușterițan</a:t>
            </a:r>
            <a:r>
              <a:rPr lang="ro-RO" dirty="0"/>
              <a:t> Ovidiu</a:t>
            </a:r>
          </a:p>
        </p:txBody>
      </p:sp>
    </p:spTree>
    <p:extLst>
      <p:ext uri="{BB962C8B-B14F-4D97-AF65-F5344CB8AC3E}">
        <p14:creationId xmlns:p14="http://schemas.microsoft.com/office/powerpoint/2010/main" val="3387012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B0CAA5E-9A21-8E81-E79C-2DD928D4F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3678" y="68827"/>
            <a:ext cx="1936955" cy="14748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 Program</a:t>
            </a:r>
            <a:endParaRPr lang="ro-RO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ăgeată: jos 4">
            <a:extLst>
              <a:ext uri="{FF2B5EF4-FFF2-40B4-BE49-F238E27FC236}">
                <a16:creationId xmlns:a16="http://schemas.microsoft.com/office/drawing/2014/main" id="{5CACCF83-4781-76AE-D05C-764AB1F85E26}"/>
              </a:ext>
            </a:extLst>
          </p:cNvPr>
          <p:cNvSpPr/>
          <p:nvPr/>
        </p:nvSpPr>
        <p:spPr>
          <a:xfrm>
            <a:off x="5343832" y="1543665"/>
            <a:ext cx="196646" cy="2851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F336CB04-611E-6BA2-2A5E-45CCD3965CD2}"/>
              </a:ext>
            </a:extLst>
          </p:cNvPr>
          <p:cNvSpPr/>
          <p:nvPr/>
        </p:nvSpPr>
        <p:spPr>
          <a:xfrm>
            <a:off x="4385187" y="1828800"/>
            <a:ext cx="2266337" cy="8062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Inițializare segment de date</a:t>
            </a:r>
          </a:p>
        </p:txBody>
      </p:sp>
      <p:sp>
        <p:nvSpPr>
          <p:cNvPr id="7" name="Săgeată: jos 6">
            <a:extLst>
              <a:ext uri="{FF2B5EF4-FFF2-40B4-BE49-F238E27FC236}">
                <a16:creationId xmlns:a16="http://schemas.microsoft.com/office/drawing/2014/main" id="{EE7F81D9-85A5-DB01-3B5D-29B32961365F}"/>
              </a:ext>
            </a:extLst>
          </p:cNvPr>
          <p:cNvSpPr/>
          <p:nvPr/>
        </p:nvSpPr>
        <p:spPr>
          <a:xfrm>
            <a:off x="5309420" y="2635045"/>
            <a:ext cx="290051" cy="3834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" name="Schemă logică: date 7">
            <a:extLst>
              <a:ext uri="{FF2B5EF4-FFF2-40B4-BE49-F238E27FC236}">
                <a16:creationId xmlns:a16="http://schemas.microsoft.com/office/drawing/2014/main" id="{EA6BCCA6-4A05-5AD1-C1E9-9F0AFD825F8E}"/>
              </a:ext>
            </a:extLst>
          </p:cNvPr>
          <p:cNvSpPr/>
          <p:nvPr/>
        </p:nvSpPr>
        <p:spPr>
          <a:xfrm>
            <a:off x="3883742" y="3018503"/>
            <a:ext cx="2767782" cy="1184787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Citire octeți în format </a:t>
            </a:r>
            <a:r>
              <a:rPr lang="ro-RO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hex</a:t>
            </a:r>
            <a:endParaRPr lang="ro-RO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Săgeată: jos 8">
            <a:extLst>
              <a:ext uri="{FF2B5EF4-FFF2-40B4-BE49-F238E27FC236}">
                <a16:creationId xmlns:a16="http://schemas.microsoft.com/office/drawing/2014/main" id="{4EB44F8A-6FC9-6937-8E40-42A7E445F751}"/>
              </a:ext>
            </a:extLst>
          </p:cNvPr>
          <p:cNvSpPr/>
          <p:nvPr/>
        </p:nvSpPr>
        <p:spPr>
          <a:xfrm>
            <a:off x="5211097" y="4203290"/>
            <a:ext cx="329381" cy="4965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Schemă logică: decizie 9">
            <a:extLst>
              <a:ext uri="{FF2B5EF4-FFF2-40B4-BE49-F238E27FC236}">
                <a16:creationId xmlns:a16="http://schemas.microsoft.com/office/drawing/2014/main" id="{1335D8BD-6F83-AE9A-E86E-23D1D6F754DD}"/>
              </a:ext>
            </a:extLst>
          </p:cNvPr>
          <p:cNvSpPr/>
          <p:nvPr/>
        </p:nvSpPr>
        <p:spPr>
          <a:xfrm>
            <a:off x="4168877" y="4699819"/>
            <a:ext cx="2482647" cy="156332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Verificare nr. octeți</a:t>
            </a:r>
          </a:p>
        </p:txBody>
      </p:sp>
      <p:sp>
        <p:nvSpPr>
          <p:cNvPr id="11" name="Săgeată: jos 10">
            <a:extLst>
              <a:ext uri="{FF2B5EF4-FFF2-40B4-BE49-F238E27FC236}">
                <a16:creationId xmlns:a16="http://schemas.microsoft.com/office/drawing/2014/main" id="{9870167B-939E-B2B7-FAF8-418C656F0DB3}"/>
              </a:ext>
            </a:extLst>
          </p:cNvPr>
          <p:cNvSpPr/>
          <p:nvPr/>
        </p:nvSpPr>
        <p:spPr>
          <a:xfrm>
            <a:off x="5284839" y="6263147"/>
            <a:ext cx="255639" cy="4965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3068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ăgeată: jos 3">
            <a:extLst>
              <a:ext uri="{FF2B5EF4-FFF2-40B4-BE49-F238E27FC236}">
                <a16:creationId xmlns:a16="http://schemas.microsoft.com/office/drawing/2014/main" id="{F55AFECD-F01E-2129-4627-8DCB5C0BA6CC}"/>
              </a:ext>
            </a:extLst>
          </p:cNvPr>
          <p:cNvSpPr/>
          <p:nvPr/>
        </p:nvSpPr>
        <p:spPr>
          <a:xfrm>
            <a:off x="5614219" y="0"/>
            <a:ext cx="265471" cy="3342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9868AE55-6A79-8DE9-D6B0-78D96EF1DC3F}"/>
              </a:ext>
            </a:extLst>
          </p:cNvPr>
          <p:cNvSpPr/>
          <p:nvPr/>
        </p:nvSpPr>
        <p:spPr>
          <a:xfrm>
            <a:off x="4198373" y="334297"/>
            <a:ext cx="3097161" cy="10913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Conversie și stocare</a:t>
            </a:r>
          </a:p>
        </p:txBody>
      </p:sp>
      <p:sp>
        <p:nvSpPr>
          <p:cNvPr id="6" name="Săgeată: jos 5">
            <a:extLst>
              <a:ext uri="{FF2B5EF4-FFF2-40B4-BE49-F238E27FC236}">
                <a16:creationId xmlns:a16="http://schemas.microsoft.com/office/drawing/2014/main" id="{E91561D1-CF97-5C81-E92A-E39E3DD3F79C}"/>
              </a:ext>
            </a:extLst>
          </p:cNvPr>
          <p:cNvSpPr/>
          <p:nvPr/>
        </p:nvSpPr>
        <p:spPr>
          <a:xfrm>
            <a:off x="5626507" y="1425677"/>
            <a:ext cx="240892" cy="4031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08F85148-5323-13FA-E850-0A57788EF272}"/>
              </a:ext>
            </a:extLst>
          </p:cNvPr>
          <p:cNvSpPr/>
          <p:nvPr/>
        </p:nvSpPr>
        <p:spPr>
          <a:xfrm>
            <a:off x="4198373" y="1759974"/>
            <a:ext cx="2969343" cy="1012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Calcul C (Pas 1, 2, 3)</a:t>
            </a:r>
          </a:p>
        </p:txBody>
      </p:sp>
      <p:sp>
        <p:nvSpPr>
          <p:cNvPr id="21" name="Săgeată: jos 20">
            <a:extLst>
              <a:ext uri="{FF2B5EF4-FFF2-40B4-BE49-F238E27FC236}">
                <a16:creationId xmlns:a16="http://schemas.microsoft.com/office/drawing/2014/main" id="{679333B1-5652-F062-C70D-EE6384D1C51E}"/>
              </a:ext>
            </a:extLst>
          </p:cNvPr>
          <p:cNvSpPr/>
          <p:nvPr/>
        </p:nvSpPr>
        <p:spPr>
          <a:xfrm>
            <a:off x="5604386" y="2772696"/>
            <a:ext cx="231060" cy="4031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2" name="Dreptunghi 21">
            <a:extLst>
              <a:ext uri="{FF2B5EF4-FFF2-40B4-BE49-F238E27FC236}">
                <a16:creationId xmlns:a16="http://schemas.microsoft.com/office/drawing/2014/main" id="{F9DD923C-A8A8-4858-7E08-ABA4BF4273CE}"/>
              </a:ext>
            </a:extLst>
          </p:cNvPr>
          <p:cNvSpPr/>
          <p:nvPr/>
        </p:nvSpPr>
        <p:spPr>
          <a:xfrm>
            <a:off x="4134463" y="3170902"/>
            <a:ext cx="3097161" cy="1012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Sortare descrescătoare a șirului de octeți</a:t>
            </a:r>
          </a:p>
        </p:txBody>
      </p:sp>
      <p:sp>
        <p:nvSpPr>
          <p:cNvPr id="23" name="Săgeată: jos 22">
            <a:extLst>
              <a:ext uri="{FF2B5EF4-FFF2-40B4-BE49-F238E27FC236}">
                <a16:creationId xmlns:a16="http://schemas.microsoft.com/office/drawing/2014/main" id="{F066D509-0AB8-2F73-2DF6-D447D7921DC0}"/>
              </a:ext>
            </a:extLst>
          </p:cNvPr>
          <p:cNvSpPr/>
          <p:nvPr/>
        </p:nvSpPr>
        <p:spPr>
          <a:xfrm>
            <a:off x="5599471" y="4183624"/>
            <a:ext cx="231060" cy="3342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4" name="Dreptunghi 23">
            <a:extLst>
              <a:ext uri="{FF2B5EF4-FFF2-40B4-BE49-F238E27FC236}">
                <a16:creationId xmlns:a16="http://schemas.microsoft.com/office/drawing/2014/main" id="{F95BF378-E967-FBC5-DE88-9184EAE85AE6}"/>
              </a:ext>
            </a:extLst>
          </p:cNvPr>
          <p:cNvSpPr/>
          <p:nvPr/>
        </p:nvSpPr>
        <p:spPr>
          <a:xfrm>
            <a:off x="4198371" y="4517921"/>
            <a:ext cx="3033253" cy="9438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Determinare octet cu nr. maxim de biți 1</a:t>
            </a:r>
          </a:p>
        </p:txBody>
      </p:sp>
      <p:sp>
        <p:nvSpPr>
          <p:cNvPr id="25" name="Săgeată: jos 24">
            <a:extLst>
              <a:ext uri="{FF2B5EF4-FFF2-40B4-BE49-F238E27FC236}">
                <a16:creationId xmlns:a16="http://schemas.microsoft.com/office/drawing/2014/main" id="{32EFE5A8-2A02-7677-0AD5-2CB137183F01}"/>
              </a:ext>
            </a:extLst>
          </p:cNvPr>
          <p:cNvSpPr/>
          <p:nvPr/>
        </p:nvSpPr>
        <p:spPr>
          <a:xfrm>
            <a:off x="5535558" y="5461818"/>
            <a:ext cx="294970" cy="3342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6" name="Dreptunghi 25">
            <a:extLst>
              <a:ext uri="{FF2B5EF4-FFF2-40B4-BE49-F238E27FC236}">
                <a16:creationId xmlns:a16="http://schemas.microsoft.com/office/drawing/2014/main" id="{35AFDF0F-DF82-EAAB-94B2-74558E893DF0}"/>
              </a:ext>
            </a:extLst>
          </p:cNvPr>
          <p:cNvSpPr/>
          <p:nvPr/>
        </p:nvSpPr>
        <p:spPr>
          <a:xfrm>
            <a:off x="4166416" y="5783825"/>
            <a:ext cx="3033253" cy="860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err="1">
                <a:solidFill>
                  <a:schemeClr val="tx1"/>
                </a:solidFill>
              </a:rPr>
              <a:t>Shiftări</a:t>
            </a:r>
            <a:endParaRPr lang="ro-RO" dirty="0">
              <a:solidFill>
                <a:schemeClr val="tx1"/>
              </a:solidFill>
            </a:endParaRPr>
          </a:p>
        </p:txBody>
      </p:sp>
      <p:sp>
        <p:nvSpPr>
          <p:cNvPr id="27" name="Săgeată: jos 26">
            <a:extLst>
              <a:ext uri="{FF2B5EF4-FFF2-40B4-BE49-F238E27FC236}">
                <a16:creationId xmlns:a16="http://schemas.microsoft.com/office/drawing/2014/main" id="{371E523D-F3C1-A492-AF56-C673F34978F5}"/>
              </a:ext>
            </a:extLst>
          </p:cNvPr>
          <p:cNvSpPr/>
          <p:nvPr/>
        </p:nvSpPr>
        <p:spPr>
          <a:xfrm>
            <a:off x="5614219" y="6644146"/>
            <a:ext cx="265471" cy="2138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4042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ăgeată: jos 3">
            <a:extLst>
              <a:ext uri="{FF2B5EF4-FFF2-40B4-BE49-F238E27FC236}">
                <a16:creationId xmlns:a16="http://schemas.microsoft.com/office/drawing/2014/main" id="{3842957A-0864-FDE7-34AB-18F995B4F7E6}"/>
              </a:ext>
            </a:extLst>
          </p:cNvPr>
          <p:cNvSpPr/>
          <p:nvPr/>
        </p:nvSpPr>
        <p:spPr>
          <a:xfrm>
            <a:off x="5334000" y="0"/>
            <a:ext cx="285136" cy="3342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CD3C29DB-6728-FCF0-EBA0-304DB7B68B50}"/>
              </a:ext>
            </a:extLst>
          </p:cNvPr>
          <p:cNvSpPr/>
          <p:nvPr/>
        </p:nvSpPr>
        <p:spPr>
          <a:xfrm>
            <a:off x="4277032" y="334297"/>
            <a:ext cx="2389239" cy="8554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Calcul N</a:t>
            </a:r>
          </a:p>
        </p:txBody>
      </p:sp>
      <p:sp>
        <p:nvSpPr>
          <p:cNvPr id="6" name="Săgeată: jos 5">
            <a:extLst>
              <a:ext uri="{FF2B5EF4-FFF2-40B4-BE49-F238E27FC236}">
                <a16:creationId xmlns:a16="http://schemas.microsoft.com/office/drawing/2014/main" id="{CA92D48D-41F4-4AB7-B259-73DB53EC8ACF}"/>
              </a:ext>
            </a:extLst>
          </p:cNvPr>
          <p:cNvSpPr/>
          <p:nvPr/>
        </p:nvSpPr>
        <p:spPr>
          <a:xfrm>
            <a:off x="5299587" y="1189703"/>
            <a:ext cx="344129" cy="3342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0AD5091C-6528-6F11-1BC2-5CE420519105}"/>
              </a:ext>
            </a:extLst>
          </p:cNvPr>
          <p:cNvSpPr/>
          <p:nvPr/>
        </p:nvSpPr>
        <p:spPr>
          <a:xfrm>
            <a:off x="4178709" y="1528917"/>
            <a:ext cx="2585884" cy="8554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Rotire</a:t>
            </a:r>
          </a:p>
        </p:txBody>
      </p:sp>
      <p:sp>
        <p:nvSpPr>
          <p:cNvPr id="8" name="Săgeată: jos 7">
            <a:extLst>
              <a:ext uri="{FF2B5EF4-FFF2-40B4-BE49-F238E27FC236}">
                <a16:creationId xmlns:a16="http://schemas.microsoft.com/office/drawing/2014/main" id="{356C1B7F-EADB-3516-F7DB-04F5F8D609C0}"/>
              </a:ext>
            </a:extLst>
          </p:cNvPr>
          <p:cNvSpPr/>
          <p:nvPr/>
        </p:nvSpPr>
        <p:spPr>
          <a:xfrm>
            <a:off x="5334000" y="2384323"/>
            <a:ext cx="309716" cy="3392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Schemă logică: date 8">
            <a:extLst>
              <a:ext uri="{FF2B5EF4-FFF2-40B4-BE49-F238E27FC236}">
                <a16:creationId xmlns:a16="http://schemas.microsoft.com/office/drawing/2014/main" id="{527E6A39-495D-2BF8-85CD-DEB7F7FFC3AC}"/>
              </a:ext>
            </a:extLst>
          </p:cNvPr>
          <p:cNvSpPr/>
          <p:nvPr/>
        </p:nvSpPr>
        <p:spPr>
          <a:xfrm>
            <a:off x="3775586" y="2723537"/>
            <a:ext cx="3342969" cy="1017637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Afișare</a:t>
            </a:r>
          </a:p>
        </p:txBody>
      </p:sp>
      <p:sp>
        <p:nvSpPr>
          <p:cNvPr id="10" name="Săgeată: jos 9">
            <a:extLst>
              <a:ext uri="{FF2B5EF4-FFF2-40B4-BE49-F238E27FC236}">
                <a16:creationId xmlns:a16="http://schemas.microsoft.com/office/drawing/2014/main" id="{A76114AE-5674-99D9-DE85-B0A40E6842DD}"/>
              </a:ext>
            </a:extLst>
          </p:cNvPr>
          <p:cNvSpPr/>
          <p:nvPr/>
        </p:nvSpPr>
        <p:spPr>
          <a:xfrm>
            <a:off x="5225845" y="3741174"/>
            <a:ext cx="324465" cy="4670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3058DE0-5FB6-F756-2314-7892DE669BAF}"/>
              </a:ext>
            </a:extLst>
          </p:cNvPr>
          <p:cNvSpPr/>
          <p:nvPr/>
        </p:nvSpPr>
        <p:spPr>
          <a:xfrm>
            <a:off x="4065638" y="4208206"/>
            <a:ext cx="2644878" cy="14158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Sfârșit program</a:t>
            </a:r>
          </a:p>
        </p:txBody>
      </p:sp>
    </p:spTree>
    <p:extLst>
      <p:ext uri="{BB962C8B-B14F-4D97-AF65-F5344CB8AC3E}">
        <p14:creationId xmlns:p14="http://schemas.microsoft.com/office/powerpoint/2010/main" val="2062591432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66</Words>
  <Application>Microsoft Office PowerPoint</Application>
  <PresentationFormat>Ecran lat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Temă Office</vt:lpstr>
      <vt:lpstr>Diagrama bloc a progamului</vt:lpstr>
      <vt:lpstr>Prezentare PowerPoint</vt:lpstr>
      <vt:lpstr>Prezentare PowerPoint</vt:lpstr>
      <vt:lpstr>Prezentare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Sandra</dc:creator>
  <cp:lastModifiedBy>Sandra</cp:lastModifiedBy>
  <cp:revision>1</cp:revision>
  <dcterms:created xsi:type="dcterms:W3CDTF">2026-01-03T17:12:11Z</dcterms:created>
  <dcterms:modified xsi:type="dcterms:W3CDTF">2026-01-03T17:37:49Z</dcterms:modified>
</cp:coreProperties>
</file>